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39327e9f44477" /><Relationship Type="http://schemas.openxmlformats.org/officeDocument/2006/relationships/extended-properties" Target="/docProps/app.xml" Id="R1eb0beda2346478d" /><Relationship Type="http://schemas.openxmlformats.org/officeDocument/2006/relationships/officeDocument" Target="/ppt/presentation.xml" Id="R77643b905f0b4e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4797430d3b4df8"/>
  </p:sldMasterIdLst>
  <p:notesMasterIdLst>
    <p:notesMasterId xmlns:r="http://schemas.openxmlformats.org/officeDocument/2006/relationships" r:id="R0b80935275ad47b0"/>
  </p:notesMasterIdLst>
  <p:sldIdLst>
    <p:sldId xmlns:r="http://schemas.openxmlformats.org/officeDocument/2006/relationships" id="256" r:id="R334886547e46435e"/>
    <p:sldId xmlns:r="http://schemas.openxmlformats.org/officeDocument/2006/relationships" id="257" r:id="R0bc9885f339a475e"/>
    <p:sldId xmlns:r="http://schemas.openxmlformats.org/officeDocument/2006/relationships" id="258" r:id="Ra12949cda2734994"/>
    <p:sldId xmlns:r="http://schemas.openxmlformats.org/officeDocument/2006/relationships" id="259" r:id="R8f7289266c6c45d8"/>
    <p:sldId xmlns:r="http://schemas.openxmlformats.org/officeDocument/2006/relationships" id="260" r:id="R4568c95a787c4753"/>
    <p:sldId xmlns:r="http://schemas.openxmlformats.org/officeDocument/2006/relationships" id="261" r:id="R3fb7762ed6b64631"/>
    <p:sldId xmlns:r="http://schemas.openxmlformats.org/officeDocument/2006/relationships" id="262" r:id="R97d42855da8c4df1"/>
    <p:sldId xmlns:r="http://schemas.openxmlformats.org/officeDocument/2006/relationships" id="263" r:id="Rbd7f174f81e64f8a"/>
    <p:sldId xmlns:r="http://schemas.openxmlformats.org/officeDocument/2006/relationships" id="264" r:id="R7cf7a8fe10214778"/>
    <p:sldId xmlns:r="http://schemas.openxmlformats.org/officeDocument/2006/relationships" id="265" r:id="Re0b557a5fb994278"/>
    <p:sldId xmlns:r="http://schemas.openxmlformats.org/officeDocument/2006/relationships" id="266" r:id="R85fa4c76b04f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8e41b58f74e04" /><Relationship Type="http://schemas.openxmlformats.org/officeDocument/2006/relationships/slideMaster" Target="/ppt/slideMasters/slideMaster1.xml" Id="R9a4797430d3b4df8" /><Relationship Type="http://schemas.openxmlformats.org/officeDocument/2006/relationships/notesMaster" Target="/ppt/notesMasters/notesMaster1.xml" Id="R0b80935275ad47b0" /><Relationship Type="http://schemas.openxmlformats.org/officeDocument/2006/relationships/presProps" Target="/ppt/presProps.xml" Id="Rea61832d4a134fd1" /><Relationship Type="http://schemas.openxmlformats.org/officeDocument/2006/relationships/tableStyles" Target="/ppt/tableStyles.xml" Id="Reede1307680640dc" /><Relationship Type="http://schemas.openxmlformats.org/officeDocument/2006/relationships/slide" Target="/ppt/slides/slide1.xml" Id="R334886547e46435e" /><Relationship Type="http://schemas.openxmlformats.org/officeDocument/2006/relationships/slide" Target="/ppt/slides/slide2.xml" Id="R0bc9885f339a475e" /><Relationship Type="http://schemas.openxmlformats.org/officeDocument/2006/relationships/slide" Target="/ppt/slides/slide3.xml" Id="Ra12949cda2734994" /><Relationship Type="http://schemas.openxmlformats.org/officeDocument/2006/relationships/slide" Target="/ppt/slides/slide4.xml" Id="R8f7289266c6c45d8" /><Relationship Type="http://schemas.openxmlformats.org/officeDocument/2006/relationships/slide" Target="/ppt/slides/slide5.xml" Id="R4568c95a787c4753" /><Relationship Type="http://schemas.openxmlformats.org/officeDocument/2006/relationships/slide" Target="/ppt/slides/slide6.xml" Id="R3fb7762ed6b64631" /><Relationship Type="http://schemas.openxmlformats.org/officeDocument/2006/relationships/slide" Target="/ppt/slides/slide7.xml" Id="R97d42855da8c4df1" /><Relationship Type="http://schemas.openxmlformats.org/officeDocument/2006/relationships/slide" Target="/ppt/slides/slide8.xml" Id="Rbd7f174f81e64f8a" /><Relationship Type="http://schemas.openxmlformats.org/officeDocument/2006/relationships/slide" Target="/ppt/slides/slide9.xml" Id="R7cf7a8fe10214778" /><Relationship Type="http://schemas.openxmlformats.org/officeDocument/2006/relationships/slide" Target="/ppt/slides/slide10.xml" Id="Re0b557a5fb994278" /><Relationship Type="http://schemas.openxmlformats.org/officeDocument/2006/relationships/slide" Target="/ppt/slides/slide11.xml" Id="R85fa4c76b04f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36d66008be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fc0b6633f4e7f" /><Relationship Type="http://schemas.openxmlformats.org/officeDocument/2006/relationships/notesMaster" Target="/ppt/notesMasters/notesMaster1.xml" Id="R073104875f7c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cad25718734cca" /><Relationship Type="http://schemas.openxmlformats.org/officeDocument/2006/relationships/notesMaster" Target="/ppt/notesMasters/notesMaster1.xml" Id="R6c2a887015d449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2009238dc402a" /><Relationship Type="http://schemas.openxmlformats.org/officeDocument/2006/relationships/notesMaster" Target="/ppt/notesMasters/notesMaster1.xml" Id="Rc4426675f6774b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6b9e2447a4a54" /><Relationship Type="http://schemas.openxmlformats.org/officeDocument/2006/relationships/notesMaster" Target="/ppt/notesMasters/notesMaster1.xml" Id="R5e4e7e95ca7844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ee20b55a143aa" /><Relationship Type="http://schemas.openxmlformats.org/officeDocument/2006/relationships/notesMaster" Target="/ppt/notesMasters/notesMaster1.xml" Id="Rb56dffd297954e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16f8b7c63c4507" /><Relationship Type="http://schemas.openxmlformats.org/officeDocument/2006/relationships/notesMaster" Target="/ppt/notesMasters/notesMaster1.xml" Id="R7d313b47ee9e46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c548502bc44488" /><Relationship Type="http://schemas.openxmlformats.org/officeDocument/2006/relationships/notesMaster" Target="/ppt/notesMasters/notesMaster1.xml" Id="R8b432c04493942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9d390c1d734bea" /><Relationship Type="http://schemas.openxmlformats.org/officeDocument/2006/relationships/notesMaster" Target="/ppt/notesMasters/notesMaster1.xml" Id="R8b04f9bd97274d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0892320b14ca6" /><Relationship Type="http://schemas.openxmlformats.org/officeDocument/2006/relationships/notesMaster" Target="/ppt/notesMasters/notesMaster1.xml" Id="R1526c01c42c54f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7bed075994c23" /><Relationship Type="http://schemas.openxmlformats.org/officeDocument/2006/relationships/notesMaster" Target="/ppt/notesMasters/notesMaster1.xml" Id="R61943caef2904d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bc7733d0a540f7" /><Relationship Type="http://schemas.openxmlformats.org/officeDocument/2006/relationships/notesMaster" Target="/ppt/notesMasters/notesMaster1.xml" Id="Rdb1f5741f533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开场：AI Agent 的关键变化不是更会聊天，而是能在授权范围内推进多步骤工作。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解释区别：普通生成式 AI 主要产出内容；Agent 会理解目标、选择工具、执行步骤、检查结果，并在失败时停止或移交。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这些场景的共同点：信息分散、步骤较多、需要调用工具，但最终结果仍可被人检查。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https://www.anthropic.com/research/the-anthropic-economic-index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强调：把验收标准前置，比不断补充提示词更重要。Agent 应能在失败时停止并移交给人。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可用一个简单标准判断：错误是否可发现、可恢复、可追责。越不可逆的动作，越应提升人工参与度。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四条边界共同决定 Agent 能否从个人试用进入组织流程。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数字来自 Microsoft 2025 Work Trend Index Executive Summary。调查结果反映受访者观点，不等同于所有企业的实际成熟度。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https://cdn-dynmedia-1.microsoft.com/is/content/microsoftcorp/microsoft/final/en-us/microsoft-product-and-services/ai/pdf/executive-summary-work-trend-index-annual-report.pdf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本页为情景预测，不是确定性时间表。推演依据包括 Microsoft 的三阶段组织演进框架、OpenAI 的 Agent 设计基础，以及 Anthropic 对真实任务使用模式的持续观察。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https://cdn-dynmedia-1.microsoft.com/is/content/microsoftcorp/microsoft/final/en-us/microsoft-product-and-services/ai/pdf/executive-summary-work-trend-index-annual-report.pdf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https://www.anthropic.com/research/economic-index-march-2026-report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World Economic Forum Future of Jobs Report 2025，对应 2025—2030 年全球预测。报告同时指出近 40% 的岗位技能将发生变化，因此关键命题是技能迁移。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https://www.weforum.org/press/2025/01/future-of-jobs-report-2025-78-million-new-job-opportunities-by-2030-but-urgent-upskilling-needed-to-prepare-workforces/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建议把试点看成业务实验：先建立基线，再衡量成功率、周期、人工复核时间、异常率和单位成本。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收束：Agent 不只是一个工具类别，它迫使组织重新定义任务、权限、证据与责任。最先形成优势的，不一定是模型最多的团队，而是最会设计闭环的团队。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https://www.anthropic.com/research/economic-index-march-2026-report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95ac4fedf4b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cc9d061dee4286" /><Relationship Type="http://schemas.openxmlformats.org/officeDocument/2006/relationships/slideLayout" Target="/ppt/slideLayouts/slideLayout1.xml" Id="R3c52c95c5496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52c95c5496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fb01dc07e48a0" /><Relationship Type="http://schemas.openxmlformats.org/officeDocument/2006/relationships/notesSlide" Target="/ppt/notesSlides/notesSlide1.xml" Id="R0d4ff2bd7faa45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40176ee3f4cca" /><Relationship Type="http://schemas.openxmlformats.org/officeDocument/2006/relationships/notesSlide" Target="/ppt/notesSlides/notesSlide2.xml" Id="Rc19adedd5f4d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412cf344245f7" /><Relationship Type="http://schemas.openxmlformats.org/officeDocument/2006/relationships/notesSlide" Target="/ppt/notesSlides/notesSlide3.xml" Id="Rb170b3f2550443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7f20e6ea54839" /><Relationship Type="http://schemas.openxmlformats.org/officeDocument/2006/relationships/notesSlide" Target="/ppt/notesSlides/notesSlide4.xml" Id="Ra6775a055a4d46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41ced989c4726" /><Relationship Type="http://schemas.openxmlformats.org/officeDocument/2006/relationships/notesSlide" Target="/ppt/notesSlides/notesSlide5.xml" Id="R7e88576dbcc847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3731ddbe1409f" /><Relationship Type="http://schemas.openxmlformats.org/officeDocument/2006/relationships/notesSlide" Target="/ppt/notesSlides/notesSlide6.xml" Id="R1850fa6d0c6b42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04f11bb7e4f22" /><Relationship Type="http://schemas.openxmlformats.org/officeDocument/2006/relationships/notesSlide" Target="/ppt/notesSlides/notesSlide7.xml" Id="R6925a40b5ba6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5fb6b74ba4ea8" /><Relationship Type="http://schemas.openxmlformats.org/officeDocument/2006/relationships/notesSlide" Target="/ppt/notesSlides/notesSlide8.xml" Id="R6c466be1fe19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de64e57b4595" /><Relationship Type="http://schemas.openxmlformats.org/officeDocument/2006/relationships/notesSlide" Target="/ppt/notesSlides/notesSlide9.xml" Id="Rdb304be267894e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60909269344da" /><Relationship Type="http://schemas.openxmlformats.org/officeDocument/2006/relationships/notesSlide" Target="/ppt/notesSlides/notesSlide10.xml" Id="Re45cd9d2da11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bc6bd80fc4b38" /><Relationship Type="http://schemas.openxmlformats.org/officeDocument/2006/relationships/notesSlide" Target="/ppt/notesSlides/notesSlide11.xml" Id="R38ace9d0335a40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04D5865-B9D1-4674-ACFF-E9D18E4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Agent</a:t>
            </a:r>
            <a:br>
              <a:rPr sz="6000">
                <a:latin typeface="PingFang SC"/>
                <a:ea typeface="PingFang SC"/>
                <a:cs typeface="PingFang SC"/>
              </a:rPr>
            </a:br>
            <a:r>
              <a:rPr sz="6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正在成为新的工作界面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03A4EFB-EDD5-4033-B51E-6B07F012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日常应用、协作边界与未来发展预测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F52C270-680D-417E-8FEB-50B5DF3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趋势观察 · 2026</a:t>
            </a:r>
          </a:p>
        </p:txBody>
      </p:sp>
    </p:spTree>
    <p:extLst>
      <p:ext uri="{BB962C8B-B14F-4D97-AF65-F5344CB8AC3E}">
        <p14:creationId xmlns:p14="http://schemas.microsoft.com/office/powerpoint/2010/main" val="7954849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C8B14AC-F708-4C9A-96A6-F001F9E6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的价值，</a:t>
            </a:r>
            <a:br>
              <a:rPr sz="6000">
                <a:latin typeface="PingFang SC"/>
                <a:ea typeface="PingFang SC"/>
                <a:cs typeface="PingFang SC"/>
              </a:rPr>
            </a:br>
            <a:r>
              <a:rPr sz="6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在于完成工作闭环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37FF63D-AE9F-4267-8D2A-99CC5B2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核心判断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D022FDA-387E-476C-8750-FD594E9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从“给答案”到“交付结果”</a:t>
            </a:r>
          </a:p>
        </p:txBody>
      </p:sp>
    </p:spTree>
    <p:extLst>
      <p:ext uri="{BB962C8B-B14F-4D97-AF65-F5344CB8AC3E}">
        <p14:creationId xmlns:p14="http://schemas.microsoft.com/office/powerpoint/2010/main" val="15631856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25CECFB-A861-4DD4-B38C-76FDB07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A1B3FCD-F5DB-48CE-9CC5-A70B5BC3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日常工作中，Agent 最先渗透八类高频任务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931A2DDC-615B-4EB4-A50D-55541DA9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清洗、分析、解释与报告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2314F4FC-3497-444A-928E-D743222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客户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答疑、分流、工单与回访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93C38B75-F860-416F-A1F0-9E3D7BBD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运营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监控、排期、异常处理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F7182CCA-0BF1-4540-8E05-69D40FED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开发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编码、测试、审查与发布准备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BFFD983-C904-4ADF-8BF4-7AE11A50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研究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检索、对比、形成带来源结论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58BD711D-9EC2-4BAB-82B9-7C15F44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文档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起草、改写、总结与格式化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75226E9-B454-4B64-AD37-6B943AE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会议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准备议题、纪要、行动项跟进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79A3F037-B30C-42B5-8723-B7D3DFF3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沟通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邮件、通知、跨语言协作</a:t>
            </a:r>
          </a:p>
        </p:txBody>
      </p:sp>
    </p:spTree>
    <p:extLst>
      <p:ext uri="{BB962C8B-B14F-4D97-AF65-F5344CB8AC3E}">
        <p14:creationId xmlns:p14="http://schemas.microsoft.com/office/powerpoint/2010/main" val="20568678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C1CC372-C471-4827-BC2B-782C45C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0654F4-F94B-4DC6-A4A8-F11DFD8B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一个可靠的工作闭环，只有三步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9D3D3C6-A777-4FA1-9A93-37D11949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894BE0A-23A8-4BA7-91CE-CBACA70A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C69B4FE-60F5-404B-B7F1-D83D69A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9FFA387-057D-49A5-9FF8-76F2963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8B0BED-9DBB-4C5A-B399-3A113DDA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4CDA6FB-9221-4FAD-9348-811C164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FCF65EE-D186-47E3-83DA-A11F6D3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自主执行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拆解任务、选择工具、记录过程与异常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079A492-57B2-4333-85B3-F9BF6CC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定义结果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明确输入、完成标准、权限与预算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5FF504D-5134-4E77-8C9C-554280B3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验证交付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检查证据；高风险动作由人批准</a:t>
            </a:r>
          </a:p>
        </p:txBody>
      </p:sp>
    </p:spTree>
    <p:extLst>
      <p:ext uri="{BB962C8B-B14F-4D97-AF65-F5344CB8AC3E}">
        <p14:creationId xmlns:p14="http://schemas.microsoft.com/office/powerpoint/2010/main" val="13228881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DF4600-5C2F-4D41-92C7-5BE8FEBD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31324AD-4143-4CC3-9FD7-D9CD3F3D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最佳分工不是替代，而是让人掌舵、Agent 跑流程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14CB4A7-7308-431E-A434-F29026D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C9B59FE-C4E7-44F3-BA02-583680B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人类负责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21CAAE7-E9D7-4014-9E6F-B529D8E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目标与优先级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价值判断与取舍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审批、承诺与担责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B5DA6002-2B73-48BF-BD03-FCA68378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362AB24-740D-4EB2-9DCC-AA92E818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负责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FCC75A2-FD05-4D60-BAA4-6836DDB3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搜集信息与执行步骤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重复检查与状态跟踪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生成候选方案和证据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E4E952D-960D-454A-BB4B-9CD46FC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协作原则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任务越可验证、越可回滚，越适合交给 Agent；责任越重大、越不可逆，越需要人类判断。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把授权边界写进流程，而不是依赖临场提醒。</a:t>
            </a:r>
          </a:p>
        </p:txBody>
      </p:sp>
    </p:spTree>
    <p:extLst>
      <p:ext uri="{BB962C8B-B14F-4D97-AF65-F5344CB8AC3E}">
        <p14:creationId xmlns:p14="http://schemas.microsoft.com/office/powerpoint/2010/main" val="2106847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B9DECD3-454D-410D-8443-5BC4F48B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DBB51E2-9B80-47F8-A4FA-33D8EFCF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规模化之前，先建立四条能力边界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AB97FAF-12AC-447C-99E6-66389F0E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权限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最小授权；敏感操作分级审批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567E879-EA6A-41B2-96CF-A34AA10D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来源可追溯；隐私与保留期明确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A30849-C0D9-411E-92D0-65CD120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质量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用真实任务集评测；错误可复现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BAFB1D-7ED3-45C0-9C8C-02C798C0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成本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设预算、超时、重试与停止条件</a:t>
            </a:r>
          </a:p>
        </p:txBody>
      </p:sp>
    </p:spTree>
    <p:extLst>
      <p:ext uri="{BB962C8B-B14F-4D97-AF65-F5344CB8AC3E}">
        <p14:creationId xmlns:p14="http://schemas.microsoft.com/office/powerpoint/2010/main" val="17331592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559C8CF-913C-4996-A2DF-9C2BBDC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9204A034-6AF2-4FE6-A2DF-03A7351F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229CE67-1607-4A30-963D-B45CB48F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7FE43FD-3B75-4462-90F1-BA915110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9E1356C-FC24-49D5-9518-F4E8D579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组织已从试用进入流程重构期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C185364-D4E3-4887-847B-8A3D04F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预计 12–18 个月内把 Agent 纳入 AI 战略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9D5FCE6-4505-4F22-853C-DF03481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领导者预计团队将在五年内训练 Agent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821F89B-A3D7-46F5-88FE-047D39E6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已用 Agent 完整自动化部分工作流或流程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F616897-A386-45E5-BB39-CA11F03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81%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4979FEA-66DE-4098-9A1E-5EBBCCF6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46%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564C5D3-BA93-43EE-8FE0-9D02F511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41%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EF9CFA9-C4F0-4E07-A500-C7341982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2025 Work Trend Index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企业关注点正从“谁在用 AI”转向“哪些流程由人机团队共同完成”。</a:t>
            </a:r>
          </a:p>
        </p:txBody>
      </p:sp>
    </p:spTree>
    <p:extLst>
      <p:ext uri="{BB962C8B-B14F-4D97-AF65-F5344CB8AC3E}">
        <p14:creationId xmlns:p14="http://schemas.microsoft.com/office/powerpoint/2010/main" val="1087125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3EB2272-8BFE-45FE-990E-E8FB4BE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22F32E4-68FE-48AF-AE9F-EB1D983E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未来五年，Agent 将沿三条路径演进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164AC5E-7D7D-4AD0-A904-E27BDA61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073495F-C973-4C11-B155-BCE3B5DE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5B670EF-B95C-4AAE-A6FE-93B55B6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B6F4D41-35F8-482E-B002-11A84CF9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981B07D-1BD7-431E-A116-6C25433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个人工作台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每个人拥有可调用文件、浏览器和业务系统的个人 Agent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4994202-B627-4423-BBE3-F947E0D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856B2280-9826-4FFF-AA43-5073D53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人机团队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岗位开始包含分派、监督、训练和评估 Agent 的职责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FBF9AAF6-4406-49C2-80FD-6EC4B13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E92579D-6723-4190-9524-370837DE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流程级自治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标准化流程被持续运行；人类聚焦例外、责任和创新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91D23BD0-0FBC-40AF-A537-EFAA33A7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2027—2029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4F3D218A-A996-485E-8363-C3A5297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现在—2027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117776B9-772E-42C4-BB68-039600FC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2029—2031</a:t>
            </a:r>
          </a:p>
        </p:txBody>
      </p:sp>
    </p:spTree>
    <p:extLst>
      <p:ext uri="{BB962C8B-B14F-4D97-AF65-F5344CB8AC3E}">
        <p14:creationId xmlns:p14="http://schemas.microsoft.com/office/powerpoint/2010/main" val="19082899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D307AA8-5478-4318-AE07-FBD2C3A7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8F2B36F-CE71-4EA4-A473-6AD666D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B9B608B-FD58-4DBA-8791-0198153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F9772F1-D14E-4B23-B253-B3865627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ABD8873-C2FF-443B-9447-F03610B4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到 2030 年，变化更像任务重组，而非岗位清零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FF77625-5745-4281-9529-A7B449D5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预计新增岗位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5BD617C-E583-4292-A2D2-121890C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净新增岗位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FCF11D4-F32E-40B7-8423-FBDC5DF2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预计被替代岗位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2885242-469D-42DC-BD5B-88EF00FE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+1.70 亿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612E3BD-79A7-4584-AB04-BBBA0513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−0.92 亿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E3B1C58-C569-4D7A-A3C5-CB8E9306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+0.78 亿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4E26C70-EDDF-4D80-8617-C6D344C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全球就业结构变化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世界经济论坛预计，技术、经济、人口与绿色转型将同时重塑岗位；AI 只是其中一个驱动因素。</a:t>
            </a:r>
          </a:p>
        </p:txBody>
      </p:sp>
    </p:spTree>
    <p:extLst>
      <p:ext uri="{BB962C8B-B14F-4D97-AF65-F5344CB8AC3E}">
        <p14:creationId xmlns:p14="http://schemas.microsoft.com/office/powerpoint/2010/main" val="5086485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52E4F47-9251-4D35-80F9-449E9B9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44CE5C1-8A6B-44E8-96C3-8B9132C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从一个可验收流程开始，而不是从“全公司 Agent 化”开始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93D4776-97A5-4853-89D9-BA85522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90 天落地目标</a:t>
            </a:r>
            <a:br>
              <a:rPr sz="2100">
                <a:latin typeface="PingFang SC"/>
                <a:ea typeface="PingFang SC"/>
                <a:cs typeface="PingFang SC"/>
              </a:rPr>
            </a:b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用一个真实流程证明价值、风险与成本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29B16F2-931C-40FC-B847-AC3D081A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明确负责人和业务结果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591C1FE-06AF-41F0-A79B-57696CEA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BAE66C5-CF4B-4093-BF37-526CCC4B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选择：高频、耗时、结果可检查的任务。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验收：记录基线、成功率、节省时间与失败案例。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3005D52-E4E6-41C0-8D06-1F2224F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限定数据、权限和可执行动作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62FAE9C-1C04-4CD9-AED2-4E0E1201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ABBFD6B0-1BDC-497D-9577-1BBF3F9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建立人工审批与停止条件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B47F0D7-5348-4918-97F3-70A9B1E2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75076B72-C54E-4BEC-804F-2B34D7F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用真实任务集做上线前评测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2752156-2A8A-4133-9C99-6B590C2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DF0142C4-5633-482E-93F8-2A4C8C1F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每周复盘失败，逐步扩大范围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A24D7E8-D372-42F9-AFB8-8A60E2D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422708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3E5DE87-4BC6-4207-9022-362A8920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未来的工作优势，</a:t>
            </a:r>
            <a:br>
              <a:rPr sz="6000">
                <a:latin typeface="PingFang SC"/>
                <a:ea typeface="PingFang SC"/>
                <a:cs typeface="PingFang SC"/>
              </a:rPr>
            </a:br>
            <a:r>
              <a:rPr sz="60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来自更好的任务设计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96E0D1-3E5E-4717-BE53-FE55796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把目标说清楚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把边界设清楚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把结果验清楚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4687D9F-AA71-4E84-8F74-93363DC4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737022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2026-08-07T02:08:40.3470000Z</dcterms:created>
  <dcterms:modified xsi:type="dcterms:W3CDTF">2026-08-07T02:08:40.3470000Z</dcterms:modified>
</coreProperties>
</file>